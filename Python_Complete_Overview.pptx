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07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417320" cy="141732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2517343"/>
            <a:ext cx="680314" cy="6803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core syntax to OOP, functional tools, and the runtime engine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607040" y="640080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Shape 5"/>
          <p:cNvSpPr/>
          <p:nvPr/>
        </p:nvSpPr>
        <p:spPr>
          <a:xfrm>
            <a:off x="10927080" y="640080"/>
            <a:ext cx="109728" cy="109728"/>
          </a:xfrm>
          <a:prstGeom prst="ellipse">
            <a:avLst/>
          </a:prstGeom>
          <a:solidFill>
            <a:srgbClr val="FFD43B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1247120" y="640080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0" y="960120"/>
            <a:ext cx="109728" cy="109728"/>
          </a:xfrm>
          <a:prstGeom prst="ellipse">
            <a:avLst/>
          </a:prstGeom>
          <a:solidFill>
            <a:srgbClr val="FFD43B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927080" y="960120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Shape 9"/>
          <p:cNvSpPr/>
          <p:nvPr/>
        </p:nvSpPr>
        <p:spPr>
          <a:xfrm>
            <a:off x="11247120" y="960120"/>
            <a:ext cx="109728" cy="109728"/>
          </a:xfrm>
          <a:prstGeom prst="ellipse">
            <a:avLst/>
          </a:prstGeom>
          <a:solidFill>
            <a:srgbClr val="FFD43B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11480"/>
            <a:ext cx="640080" cy="6400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1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Basics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Python came from and how it stores data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63442"/>
        </p:xfrm>
        <a:graphic>
          <a:graphicData uri="http://schemas.openxmlformats.org/drawingml/2006/table">
            <a:tbl>
              <a:tblPr/>
              <a:tblGrid>
                <a:gridCol w="3761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2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Introduction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High-level, interpreted, general-purpose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syntax, portable, open source, multi-paradigm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by Guido van Rossum; Python 3 released 2008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Variables &amp; Identifiers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storage; identifiers follow strict naming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Operators &amp;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Arithmetic, comparison, logical, bitwise, membership,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Memory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allocation and deallocation via a private 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11480"/>
            <a:ext cx="640080" cy="6400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1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Mechanics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 is translated, documented, and controlled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63442"/>
        </p:xfrm>
        <a:graphic>
          <a:graphicData uri="http://schemas.openxmlformats.org/drawingml/2006/table">
            <a:tbl>
              <a:tblPr/>
              <a:tblGrid>
                <a:gridCol w="3761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2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Garbage Collection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counting + cyclic collector free unused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Translators &amp;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Compiler, Interpreter, Assembler convert code to machine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Comments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Single-line (#) and multi-line (""" """) notes, ignored at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Conditional Statements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if, if-else, if-elif-else, and nested if for 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Control Statements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break, continue, and pass control loop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 Loops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and while loops, including nested loops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11480"/>
            <a:ext cx="640080" cy="6400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1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Structures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building blocks for storing collections of data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239664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212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83080" y="2633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 collection — allows duplicate values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55080" y="1874520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1482" y="239664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89520" y="2212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589520" y="2633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sequence of characters with rich built-in methods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160520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" y="4682642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783080" y="4919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 collection — faster than lists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355080" y="4160520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9400" y="4480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1482" y="4682642"/>
            <a:ext cx="373075" cy="3730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8952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7589520" y="4919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mutable collection of key-value pairs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11480"/>
            <a:ext cx="640080" cy="6400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1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 Functional Tools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functions to recursion, generators, and scope rules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40680" cy="4663440"/>
        </p:xfrm>
        <a:graphic>
          <a:graphicData uri="http://schemas.openxmlformats.org/drawingml/2006/table">
            <a:tbl>
              <a:tblPr/>
              <a:tblGrid>
                <a:gridCol w="184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 Functions &amp;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Built-in, user-defined, recursive, and lambda functions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 Types of Arguments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Positional, keyword, default, and *args / **kwargs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 Built-in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print(), len(), type(), max(), min(), sum(), and more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 Lambda, filter, map, reduce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functions and functional-style data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 Recursion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 calling itself, with a base and recursive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00200"/>
          <a:ext cx="5440680" cy="4663440"/>
        </p:xfrm>
        <a:graphic>
          <a:graphicData uri="http://schemas.openxmlformats.org/drawingml/2006/table">
            <a:tbl>
              <a:tblPr/>
              <a:tblGrid>
                <a:gridCol w="184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 Generators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yield-based functions that produce values one at a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 Decorators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functionality to a function without changing its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 Iterators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Objects using __iter__() and __next__() to traverse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 PEP 8 &amp; LEGB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guide, plus Local-Enclosing-Global-Built-in scope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11480"/>
            <a:ext cx="640080" cy="640080"/>
          </a:xfrm>
          <a:prstGeom prst="ellipse">
            <a:avLst/>
          </a:prstGeom>
          <a:solidFill>
            <a:srgbClr val="1E2E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141" y="5779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Modules, OOP &amp; the Runtime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code is organized, modeled, and finally executed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E2E52"/>
          </a:solidFill>
          <a:ln/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947672"/>
            <a:ext cx="685800" cy="685800"/>
          </a:xfrm>
          <a:prstGeom prst="ellipse">
            <a:avLst/>
          </a:prstGeom>
          <a:solidFill>
            <a:srgbClr val="24365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212598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Modules &amp; Built-in Modules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45920" y="24048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.py files; math, os, sys, random, datetime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55080" y="169164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E2E52"/>
          </a:solidFill>
          <a:ln/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11112" y="1947672"/>
            <a:ext cx="685800" cy="685800"/>
          </a:xfrm>
          <a:prstGeom prst="ellipse">
            <a:avLst/>
          </a:prstGeom>
          <a:solidFill>
            <a:srgbClr val="24365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212598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OOP Concepts &amp; Types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452360" y="24048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object, encapsulation, inheritance, polymorphism, abstraction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6118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E2E52"/>
          </a:solidFill>
          <a:ln/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3867912"/>
            <a:ext cx="685800" cy="685800"/>
          </a:xfrm>
          <a:prstGeom prst="ellipse">
            <a:avLst/>
          </a:prstGeom>
          <a:solidFill>
            <a:srgbClr val="24365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04622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67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File Handling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645920" y="43251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read(), write(), append(), and the with statement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55080" y="36118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E2E52"/>
          </a:solidFill>
          <a:ln/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11112" y="3867912"/>
            <a:ext cx="685800" cy="685800"/>
          </a:xfrm>
          <a:prstGeom prst="ellipse">
            <a:avLst/>
          </a:prstGeom>
          <a:solidFill>
            <a:srgbClr val="24365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404622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3867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PVM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452360" y="43251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Machine executes bytecode on the hardware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486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5943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493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- Complete Overview</dc:title>
  <dc:subject>PptxGenJS Presentation</dc:subject>
  <dc:creator>Python Notes</dc:creator>
  <cp:lastModifiedBy>Diya Jaiby</cp:lastModifiedBy>
  <cp:revision>2</cp:revision>
  <dcterms:created xsi:type="dcterms:W3CDTF">2026-07-08T01:39:40Z</dcterms:created>
  <dcterms:modified xsi:type="dcterms:W3CDTF">2026-07-08T01:45:45Z</dcterms:modified>
</cp:coreProperties>
</file>